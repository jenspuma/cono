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040" y="-123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smtClean="0"/>
              <a:t>Klik for at redigere undertiteltypografien i masteren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70E55-E2ED-4B7F-8631-B805FDB849E4}" type="datetimeFigureOut">
              <a:rPr lang="da-DK" smtClean="0"/>
              <a:pPr/>
              <a:t>12-11-2012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9271C-E876-4A36-B7FF-011511D23EA0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70E55-E2ED-4B7F-8631-B805FDB849E4}" type="datetimeFigureOut">
              <a:rPr lang="da-DK" smtClean="0"/>
              <a:pPr/>
              <a:t>12-11-2012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9271C-E876-4A36-B7FF-011511D23EA0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typografi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70E55-E2ED-4B7F-8631-B805FDB849E4}" type="datetimeFigureOut">
              <a:rPr lang="da-DK" smtClean="0"/>
              <a:pPr/>
              <a:t>12-11-2012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9271C-E876-4A36-B7FF-011511D23EA0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70E55-E2ED-4B7F-8631-B805FDB849E4}" type="datetimeFigureOut">
              <a:rPr lang="da-DK" smtClean="0"/>
              <a:pPr/>
              <a:t>12-11-2012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9271C-E876-4A36-B7FF-011511D23EA0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typografi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typografi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70E55-E2ED-4B7F-8631-B805FDB849E4}" type="datetimeFigureOut">
              <a:rPr lang="da-DK" smtClean="0"/>
              <a:pPr/>
              <a:t>12-11-2012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9271C-E876-4A36-B7FF-011511D23EA0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70E55-E2ED-4B7F-8631-B805FDB849E4}" type="datetimeFigureOut">
              <a:rPr lang="da-DK" smtClean="0"/>
              <a:pPr/>
              <a:t>12-11-2012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9271C-E876-4A36-B7FF-011511D23EA0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70E55-E2ED-4B7F-8631-B805FDB849E4}" type="datetimeFigureOut">
              <a:rPr lang="da-DK" smtClean="0"/>
              <a:pPr/>
              <a:t>12-11-2012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9271C-E876-4A36-B7FF-011511D23EA0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smtClean="0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70E55-E2ED-4B7F-8631-B805FDB849E4}" type="datetimeFigureOut">
              <a:rPr lang="da-DK" smtClean="0"/>
              <a:pPr/>
              <a:t>12-11-2012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9271C-E876-4A36-B7FF-011511D23EA0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smtClean="0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70E55-E2ED-4B7F-8631-B805FDB849E4}" type="datetimeFigureOut">
              <a:rPr lang="da-DK" smtClean="0"/>
              <a:pPr/>
              <a:t>12-11-2012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9271C-E876-4A36-B7FF-011511D23EA0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70E55-E2ED-4B7F-8631-B805FDB849E4}" type="datetimeFigureOut">
              <a:rPr lang="da-DK" smtClean="0"/>
              <a:pPr/>
              <a:t>12-11-2012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9271C-E876-4A36-B7FF-011511D23EA0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70E55-E2ED-4B7F-8631-B805FDB849E4}" type="datetimeFigureOut">
              <a:rPr lang="da-DK" smtClean="0"/>
              <a:pPr/>
              <a:t>12-11-2012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9271C-E876-4A36-B7FF-011511D23EA0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smtClean="0"/>
              <a:t>Klik for at redigere titeltypografi i masteren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smtClean="0"/>
              <a:t>Klik for at redigere typografi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0E55-E2ED-4B7F-8631-B805FDB849E4}" type="datetimeFigureOut">
              <a:rPr lang="da-DK" smtClean="0"/>
              <a:pPr/>
              <a:t>12-11-2012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9271C-E876-4A36-B7FF-011511D23EA0}" type="slidenum">
              <a:rPr lang="da-DK" smtClean="0"/>
              <a:pPr/>
              <a:t>‹#›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57386"/>
            <a:ext cx="8640960" cy="482453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88900" sx="101000" sy="101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ktangel 4"/>
          <p:cNvSpPr/>
          <p:nvPr/>
        </p:nvSpPr>
        <p:spPr>
          <a:xfrm>
            <a:off x="323528" y="249492"/>
            <a:ext cx="8496944" cy="4644516"/>
          </a:xfrm>
          <a:prstGeom prst="rect">
            <a:avLst/>
          </a:prstGeom>
          <a:blipFill dpi="0" rotWithShape="1">
            <a:blip r:embed="rId2" cstate="print">
              <a:duotone>
                <a:prstClr val="black"/>
                <a:schemeClr val="bg2">
                  <a:lumMod val="90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/>
          <p:cNvSpPr/>
          <p:nvPr/>
        </p:nvSpPr>
        <p:spPr>
          <a:xfrm>
            <a:off x="323528" y="249492"/>
            <a:ext cx="4248472" cy="464451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alpha val="40000"/>
                </a:schemeClr>
              </a:gs>
              <a:gs pos="26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0" name="Lige forbindelse 9"/>
          <p:cNvCxnSpPr>
            <a:stCxn id="2" idx="0"/>
            <a:endCxn id="2" idx="2"/>
          </p:cNvCxnSpPr>
          <p:nvPr/>
        </p:nvCxnSpPr>
        <p:spPr>
          <a:xfrm>
            <a:off x="4572000" y="157386"/>
            <a:ext cx="0" cy="4824536"/>
          </a:xfrm>
          <a:prstGeom prst="line">
            <a:avLst/>
          </a:prstGeom>
          <a:ln w="12700">
            <a:solidFill>
              <a:schemeClr val="bg1">
                <a:lumMod val="50000"/>
                <a:alpha val="72157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/>
          <p:cNvCxnSpPr/>
          <p:nvPr/>
        </p:nvCxnSpPr>
        <p:spPr>
          <a:xfrm>
            <a:off x="4572000" y="519522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ige forbindelse 11"/>
          <p:cNvCxnSpPr/>
          <p:nvPr/>
        </p:nvCxnSpPr>
        <p:spPr>
          <a:xfrm>
            <a:off x="4572000" y="1105874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ge forbindelse 12"/>
          <p:cNvCxnSpPr/>
          <p:nvPr/>
        </p:nvCxnSpPr>
        <p:spPr>
          <a:xfrm>
            <a:off x="4572000" y="1399049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ge forbindelse 13"/>
          <p:cNvCxnSpPr/>
          <p:nvPr/>
        </p:nvCxnSpPr>
        <p:spPr>
          <a:xfrm>
            <a:off x="4572000" y="1692225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ige forbindelse 14"/>
          <p:cNvCxnSpPr/>
          <p:nvPr/>
        </p:nvCxnSpPr>
        <p:spPr>
          <a:xfrm>
            <a:off x="4572000" y="1985401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Lige forbindelse 15"/>
          <p:cNvCxnSpPr/>
          <p:nvPr/>
        </p:nvCxnSpPr>
        <p:spPr>
          <a:xfrm>
            <a:off x="4572000" y="2278577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ge forbindelse 16"/>
          <p:cNvCxnSpPr/>
          <p:nvPr/>
        </p:nvCxnSpPr>
        <p:spPr>
          <a:xfrm>
            <a:off x="4572000" y="2571752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ge forbindelse 17"/>
          <p:cNvCxnSpPr/>
          <p:nvPr/>
        </p:nvCxnSpPr>
        <p:spPr>
          <a:xfrm>
            <a:off x="4572000" y="2864928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Lige forbindelse 18"/>
          <p:cNvCxnSpPr/>
          <p:nvPr/>
        </p:nvCxnSpPr>
        <p:spPr>
          <a:xfrm>
            <a:off x="4572000" y="3158104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/>
          <p:cNvCxnSpPr/>
          <p:nvPr/>
        </p:nvCxnSpPr>
        <p:spPr>
          <a:xfrm>
            <a:off x="4572000" y="3451279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/>
          <p:cNvCxnSpPr/>
          <p:nvPr/>
        </p:nvCxnSpPr>
        <p:spPr>
          <a:xfrm>
            <a:off x="4572000" y="3744455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ge forbindelse 21"/>
          <p:cNvCxnSpPr/>
          <p:nvPr/>
        </p:nvCxnSpPr>
        <p:spPr>
          <a:xfrm>
            <a:off x="4572000" y="4037631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ige forbindelse 22"/>
          <p:cNvCxnSpPr/>
          <p:nvPr/>
        </p:nvCxnSpPr>
        <p:spPr>
          <a:xfrm>
            <a:off x="4572000" y="4330807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Lige forbindelse 23"/>
          <p:cNvCxnSpPr/>
          <p:nvPr/>
        </p:nvCxnSpPr>
        <p:spPr>
          <a:xfrm>
            <a:off x="4572000" y="4623978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Lige forbindelse 24"/>
          <p:cNvCxnSpPr/>
          <p:nvPr/>
        </p:nvCxnSpPr>
        <p:spPr>
          <a:xfrm>
            <a:off x="4572000" y="812698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7"/>
          <p:cNvSpPr/>
          <p:nvPr/>
        </p:nvSpPr>
        <p:spPr>
          <a:xfrm flipH="1">
            <a:off x="4572000" y="249492"/>
            <a:ext cx="4248472" cy="464451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alpha val="22000"/>
                </a:schemeClr>
              </a:gs>
              <a:gs pos="26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6" name="Tekstboks 25"/>
          <p:cNvSpPr txBox="1"/>
          <p:nvPr/>
        </p:nvSpPr>
        <p:spPr>
          <a:xfrm>
            <a:off x="4716016" y="530646"/>
            <a:ext cx="6696744" cy="4129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King Carlos turns his coat for better fees			       </a:t>
            </a:r>
          </a:p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and sleeves are wrapped round horns of buffalo</a:t>
            </a:r>
          </a:p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that tinned </a:t>
            </a:r>
            <a:r>
              <a:rPr lang="en-US" sz="1100" spc="-30" dirty="0" err="1" smtClean="0">
                <a:latin typeface="Georgia" pitchFamily="18" charset="0"/>
              </a:rPr>
              <a:t>hornedbeef</a:t>
            </a:r>
            <a:r>
              <a:rPr lang="en-US" sz="1100" spc="-30" dirty="0" smtClean="0">
                <a:latin typeface="Georgia" pitchFamily="18" charset="0"/>
              </a:rPr>
              <a:t> we stored smells more like cheese</a:t>
            </a:r>
          </a:p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so stink the rotting skins from long ago</a:t>
            </a:r>
          </a:p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I </a:t>
            </a:r>
            <a:r>
              <a:rPr lang="en-US" sz="1100" spc="-30" dirty="0" err="1" smtClean="0">
                <a:latin typeface="Georgia" pitchFamily="18" charset="0"/>
              </a:rPr>
              <a:t>stille</a:t>
            </a:r>
            <a:r>
              <a:rPr lang="en-US" sz="1100" spc="-30" dirty="0" smtClean="0">
                <a:latin typeface="Georgia" pitchFamily="18" charset="0"/>
              </a:rPr>
              <a:t> can call to mind those hours of ease</a:t>
            </a:r>
          </a:p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the gauchos waving flags </a:t>
            </a:r>
            <a:r>
              <a:rPr lang="en-US" sz="1100" spc="-30" dirty="0" err="1" smtClean="0">
                <a:latin typeface="Georgia" pitchFamily="18" charset="0"/>
              </a:rPr>
              <a:t>bravissimo</a:t>
            </a:r>
            <a:endParaRPr lang="en-US" sz="1100" spc="-30" dirty="0" smtClean="0">
              <a:latin typeface="Georgia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we chill like nudists put on ice to freeze</a:t>
            </a:r>
          </a:p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to pass the time we stage a little show</a:t>
            </a:r>
          </a:p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From Salto to the Pole is quite a trot</a:t>
            </a:r>
          </a:p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you mix with that you'll find you've had your lot</a:t>
            </a:r>
          </a:p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if you drink </a:t>
            </a:r>
            <a:r>
              <a:rPr lang="en-US" sz="1100" spc="-30" dirty="0" err="1" smtClean="0">
                <a:latin typeface="Georgia" pitchFamily="18" charset="0"/>
              </a:rPr>
              <a:t>mathè</a:t>
            </a:r>
            <a:r>
              <a:rPr lang="en-US" sz="1100" spc="-30" dirty="0" smtClean="0">
                <a:latin typeface="Georgia" pitchFamily="18" charset="0"/>
              </a:rPr>
              <a:t> you're an Argentine</a:t>
            </a:r>
          </a:p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Those Latin states spin like a weathercock</a:t>
            </a:r>
          </a:p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the Spanish language tickles the ear baroque</a:t>
            </a:r>
          </a:p>
          <a:p>
            <a:pPr>
              <a:spcAft>
                <a:spcPts val="1000"/>
              </a:spcAft>
            </a:pPr>
            <a:r>
              <a:rPr lang="en-US" sz="1100" spc="-30" dirty="0" smtClean="0">
                <a:latin typeface="Georgia" pitchFamily="18" charset="0"/>
              </a:rPr>
              <a:t>unless the bell is quiet and </a:t>
            </a:r>
            <a:r>
              <a:rPr lang="en-US" sz="1100" spc="-30" dirty="0" err="1" smtClean="0">
                <a:latin typeface="Georgia" pitchFamily="18" charset="0"/>
              </a:rPr>
              <a:t>sasserine</a:t>
            </a:r>
            <a:endParaRPr lang="da-DK" sz="1100" spc="-30" dirty="0">
              <a:latin typeface="Georgia" pitchFamily="18" charset="0"/>
            </a:endParaRPr>
          </a:p>
        </p:txBody>
      </p:sp>
      <p:cxnSp>
        <p:nvCxnSpPr>
          <p:cNvPr id="27" name="Lige forbindelse 26"/>
          <p:cNvCxnSpPr/>
          <p:nvPr/>
        </p:nvCxnSpPr>
        <p:spPr>
          <a:xfrm>
            <a:off x="323528" y="519522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ige forbindelse 27"/>
          <p:cNvCxnSpPr/>
          <p:nvPr/>
        </p:nvCxnSpPr>
        <p:spPr>
          <a:xfrm>
            <a:off x="323528" y="1105874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Lige forbindelse 28"/>
          <p:cNvCxnSpPr/>
          <p:nvPr/>
        </p:nvCxnSpPr>
        <p:spPr>
          <a:xfrm>
            <a:off x="323528" y="1399049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ige forbindelse 29"/>
          <p:cNvCxnSpPr/>
          <p:nvPr/>
        </p:nvCxnSpPr>
        <p:spPr>
          <a:xfrm>
            <a:off x="323528" y="1692225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ge forbindelse 30"/>
          <p:cNvCxnSpPr/>
          <p:nvPr/>
        </p:nvCxnSpPr>
        <p:spPr>
          <a:xfrm>
            <a:off x="323528" y="1985401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Lige forbindelse 31"/>
          <p:cNvCxnSpPr/>
          <p:nvPr/>
        </p:nvCxnSpPr>
        <p:spPr>
          <a:xfrm>
            <a:off x="323528" y="2278577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Lige forbindelse 32"/>
          <p:cNvCxnSpPr/>
          <p:nvPr/>
        </p:nvCxnSpPr>
        <p:spPr>
          <a:xfrm>
            <a:off x="323528" y="2571752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ige forbindelse 33"/>
          <p:cNvCxnSpPr/>
          <p:nvPr/>
        </p:nvCxnSpPr>
        <p:spPr>
          <a:xfrm>
            <a:off x="323528" y="2864928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Lige forbindelse 34"/>
          <p:cNvCxnSpPr/>
          <p:nvPr/>
        </p:nvCxnSpPr>
        <p:spPr>
          <a:xfrm>
            <a:off x="323528" y="3158104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Lige forbindelse 35"/>
          <p:cNvCxnSpPr/>
          <p:nvPr/>
        </p:nvCxnSpPr>
        <p:spPr>
          <a:xfrm>
            <a:off x="323528" y="3451279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ge forbindelse 36"/>
          <p:cNvCxnSpPr/>
          <p:nvPr/>
        </p:nvCxnSpPr>
        <p:spPr>
          <a:xfrm>
            <a:off x="323528" y="3744455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Lige forbindelse 37"/>
          <p:cNvCxnSpPr/>
          <p:nvPr/>
        </p:nvCxnSpPr>
        <p:spPr>
          <a:xfrm>
            <a:off x="323528" y="4037631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Lige forbindelse 38"/>
          <p:cNvCxnSpPr/>
          <p:nvPr/>
        </p:nvCxnSpPr>
        <p:spPr>
          <a:xfrm>
            <a:off x="323528" y="4330807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Lige forbindelse 39"/>
          <p:cNvCxnSpPr/>
          <p:nvPr/>
        </p:nvCxnSpPr>
        <p:spPr>
          <a:xfrm>
            <a:off x="323528" y="4623978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Lige forbindelse 40"/>
          <p:cNvCxnSpPr/>
          <p:nvPr/>
        </p:nvCxnSpPr>
        <p:spPr>
          <a:xfrm>
            <a:off x="323528" y="812698"/>
            <a:ext cx="42484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r="5400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8</Words>
  <Application>Microsoft Office PowerPoint</Application>
  <PresentationFormat>On-screen Show (16:9)</PresentationFormat>
  <Paragraphs>14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Kontortema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Dias nummer 1</dc:title>
  <dc:creator>Jens Brosbøl-Ravnborg</dc:creator>
  <cp:lastModifiedBy>Jens Brosbøl-Ravnborg</cp:lastModifiedBy>
  <cp:revision>17</cp:revision>
  <dcterms:created xsi:type="dcterms:W3CDTF">2012-11-10T07:05:15Z</dcterms:created>
  <dcterms:modified xsi:type="dcterms:W3CDTF">2012-11-12T07:28:33Z</dcterms:modified>
</cp:coreProperties>
</file>